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C9C98-EE15-BABC-12FB-9E0A495BA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E2A946-55FA-CAC1-7858-EA1A9EFB9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F4C5A7-768C-B499-48D2-C191E507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A1CD10-6554-E0F8-1DB3-A0DE2E34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6D725F-E13B-8F91-D056-6C860E6F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7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A3B2D-A00F-4890-AB4D-DE79B988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45FA55-37DC-6BC3-9DE6-EAD697DC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7B576E-4A12-9262-5C2A-B9187AC2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D376AE-41D4-74C7-F265-BB988C5F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307B97-8F3D-84EB-D6EC-B9787B02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3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9C88C1-6147-DD09-63CC-F2171CE6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526299-D1AB-EF75-45D3-79F51DCAA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4543B8-A01A-2DA5-B1D6-E7054260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16EC6B-D93B-3B69-56DF-DB6C5A0F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C6327-C8C7-9400-95A3-9825196E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2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1D6FD-223E-93E2-F8BF-FEFBCBA5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A2F3A2-005D-0ADA-3462-BDD94E312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9826BA-B3CE-D82E-B074-C6A76B902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FCD0E3-F3D4-B9FF-56CA-3C95C0D0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D268B7-C4FB-DC9E-DD32-B4C6EF1E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98C673-48AD-E834-D1F3-742ED780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0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A456-957B-D7D9-7B8D-401C4222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93B4A9-A1A1-5838-CB2B-84B2F5606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045E36-483D-5346-BB66-9D80390B7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EEF57A4-4320-23B6-BD27-D67690566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566025-6211-9494-E527-FDD0D42FD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8A8146-0962-3EAA-2956-814C02DD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119CB8-D457-7C4A-53A1-A74C926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69E4033-D9A1-C9DB-3E42-8159AC52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DE643-C559-69FB-5BA0-665F715D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5CB2A3E-1D31-079D-B257-93623A0C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76C196F-2A18-1BED-4AE5-5ED32A4F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79D53C-2AAF-86A4-0907-60718C9F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8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036992-0159-B6A8-FA16-D45A5ADF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B83AA01-37EA-4A2A-4CF6-37FE788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5E73AC-4D9C-4B7B-C730-467F9DF4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C9896-AE99-AB1F-F4AF-EE6268B4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A91B6-2EF0-F2BF-476C-454073E46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9199E02-5B9C-15AF-2903-4653A8F79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502E64-4217-1282-B748-B3B4236A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8F9988-B3F4-55F5-4384-39DB72B5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442E76-2607-CDA5-63D6-4DED4093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297C38-964D-64C6-4938-5473878D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453C6CB-2979-D8E2-5ABA-28D052E1D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CDA333-5C61-A42D-0FAF-D4956D3D9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FFCF7C-EE47-F81D-BE61-83976DBA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3724C1-C2E5-0CBE-4333-6AA7DED7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7D9C8B-D4B0-A524-5CAE-878E6BB4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A3B629-8B7F-8C31-80A5-3ED35DA0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F56504-70FA-C3BB-C9E1-F3361BA5F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B17AAC-D95A-6160-6A70-300E8962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A1926-CF8F-6CE0-6F52-FC40B393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74F478-FCB4-EBAB-E3CD-1DE66976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1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5AA61C-EBDF-709B-F0FE-291D4A53A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21367E-77A9-FD1B-6AC2-5AB9FAC83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13C0C-0AB1-F433-D71D-22D013D7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79FD55-5DD1-DA6B-9F02-E78A1F41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3A9F90-5E4F-B56C-8812-126B81F2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F5ADE5-5BD2-465C-6117-8E4198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10D000-C9E1-9C5C-D1D9-C9C76C9F7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9DD34F-1BA6-B8AD-0027-8319573FF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9AA62-C679-45FC-80F5-D65E7788209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2BE2DB-FF07-96CE-6E06-3ED97EF31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86CC3A-B639-92B4-3D6D-297903A7A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8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oZ7RYoNtxOu-Gm_P3qYprN2iCHz3HXbqBWacxgXIH5s/edit?usp=sharing" TargetMode="External"/><Relationship Id="rId2" Type="http://schemas.openxmlformats.org/officeDocument/2006/relationships/hyperlink" Target="http://ee20.si2.iee.nycu.edu.tw:606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drive.google.com/file/d/1SPNOcp_a8uWZLKxkSdYO4UyYihxEVOlA/view?usp=shari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ovepdf.com/zh-tw/pdf_to_jpg" TargetMode="External"/><Relationship Id="rId2" Type="http://schemas.openxmlformats.org/officeDocument/2006/relationships/hyperlink" Target="https://www.iloveimg.com/zh-tw/jpg-to-image/jpg-to-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products.groupdocs.app/merger/jpg-to-png#folderName=cfa3c6ae-75f3-45ea-b29e-c6bcd6c8978c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2lab.iee.nycu.edu.tw/iclab/static/pdf/EEHPC%20%E4%BD%BF%E7%94%A8%E6%95%99%E5%AD%B8%E6%89%8B%E5%86%8A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E5A16-D010-9002-8B06-AA031AAD7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6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EEHPC</a:t>
            </a:r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開通帳號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4ACC81-E2A5-791B-9593-6010B739E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Author : </a:t>
            </a:r>
            <a:r>
              <a:rPr lang="zh-TW" altLang="en-US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陳旭祺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400" dirty="0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Date : 2025/02/19</a:t>
            </a:r>
            <a:endParaRPr lang="en-US" sz="2400" dirty="0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2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72621-EC1F-BD97-91B9-230BDCDA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9D0EA0-CFD9-6AD4-73E8-279EEAD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進入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EEHPC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請開啟瀏覽器並輸入網址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</a:t>
            </a:r>
            <a:b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http://ee20.si2.iee.nycu.edu.tw:6060/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帳號類型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課程帳號</a:t>
            </a: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課程代號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 </a:t>
            </a:r>
            <a:r>
              <a:rPr lang="en-US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mlchip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學期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2025 Spring</a:t>
            </a: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啟用帳號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{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mlchip001~mlchip150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}</a:t>
            </a:r>
            <a:b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</a:t>
            </a:r>
            <a:r>
              <a:rPr lang="zh-TW" sz="2400" u="sng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表單</a:t>
            </a:r>
            <a:r>
              <a:rPr 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，找到自己的帳號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上傳金鑰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https://drive.google.com/file/d/1SPNOcp_a8uWZLKxkSdYO4UyYihxEVOlA/view?usp=sharing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8397B753-276E-368C-EDF5-59F7E313E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146" y="2302938"/>
            <a:ext cx="4462911" cy="42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9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EB025-D57E-B5FB-6132-09EC80D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872AD2-18C2-6A1E-A5FC-A0172ADA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請往下滑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仔細閱讀並勾選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1-8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條規定</a:t>
            </a:r>
            <a:b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「勾選代表同意遵守該條規定」。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3010CF77-2413-D7C5-53B7-DB6DDEE10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r="25337" b="77189"/>
          <a:stretch/>
        </p:blipFill>
        <p:spPr>
          <a:xfrm>
            <a:off x="2318655" y="2714258"/>
            <a:ext cx="3701143" cy="3462705"/>
          </a:xfrm>
          <a:prstGeom prst="rect">
            <a:avLst/>
          </a:prstGeom>
        </p:spPr>
      </p:pic>
      <p:pic>
        <p:nvPicPr>
          <p:cNvPr id="4" name="內容版面配置區 4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E8DC62E2-BE65-5EB1-F308-509FEC6EC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8" t="23578" r="27171" b="44663"/>
          <a:stretch/>
        </p:blipFill>
        <p:spPr>
          <a:xfrm>
            <a:off x="7293425" y="1391420"/>
            <a:ext cx="3575959" cy="49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1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2F03B-FE7E-3288-F91E-0B958CF2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81B710A-71F9-C4DC-E501-CC9409A5C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上傳在學證明與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切結書。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陽交大學生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E3 -&gt;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學籍成績管理系統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在學證明單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下載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轉成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PNG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檔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他校學生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拍攝學生證正反面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需含註冊章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後，截圖成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NDA: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請點選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[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點我下載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NDA]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，紙本簽名或電子簽名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lvl="1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紙本簽名後拍照存成一張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PNG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圖片。</a:t>
            </a:r>
          </a:p>
          <a:p>
            <a:pPr lvl="1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電子簽名後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PDF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檔轉成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2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張圖檔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合併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2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張圖檔為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1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張圖檔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更改檔案名稱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點選選擇檔案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FF2C56CD-8707-9FC4-2C72-B429B6A22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3" t="55238" r="30573" b="29655"/>
          <a:stretch/>
        </p:blipFill>
        <p:spPr>
          <a:xfrm>
            <a:off x="1065321" y="4386444"/>
            <a:ext cx="3049477" cy="2149922"/>
          </a:xfrm>
          <a:prstGeom prst="rect">
            <a:avLst/>
          </a:prstGeom>
        </p:spPr>
      </p:pic>
      <p:pic>
        <p:nvPicPr>
          <p:cNvPr id="12" name="圖片 11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1789CDDC-B70E-141F-D79A-61FC99E23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9" t="16822" r="22417" b="15331"/>
          <a:stretch/>
        </p:blipFill>
        <p:spPr>
          <a:xfrm>
            <a:off x="4685562" y="4386444"/>
            <a:ext cx="2820876" cy="2106431"/>
          </a:xfrm>
          <a:prstGeom prst="rect">
            <a:avLst/>
          </a:prstGeom>
        </p:spPr>
      </p:pic>
      <p:pic>
        <p:nvPicPr>
          <p:cNvPr id="16" name="圖片 15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7B0B48D6-F82B-50EB-DFDA-BC65270C9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88" t="69285" r="27707" b="9931"/>
          <a:stretch/>
        </p:blipFill>
        <p:spPr>
          <a:xfrm>
            <a:off x="7990114" y="2954662"/>
            <a:ext cx="3810000" cy="353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1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17CE4-A55B-D26A-36C2-0F30ADC3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49DEE-A9FE-5DAF-BC88-4F0CCF45F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7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出現此畫面代表啟用成功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點選「顯示密碼」來查看登入資訊。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避免忘記帳號密碼，</a:t>
            </a:r>
            <a:r>
              <a:rPr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務必點選「下載密碼資訊」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務必登入伺服器完成密碼更改</a:t>
            </a:r>
            <a:r>
              <a:rPr lang="zh-TW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字型, 網頁 的圖片&#10;&#10;AI 產生的內容可能不正確。">
            <a:extLst>
              <a:ext uri="{FF2B5EF4-FFF2-40B4-BE49-F238E27FC236}">
                <a16:creationId xmlns:a16="http://schemas.microsoft.com/office/drawing/2014/main" id="{4D098E73-EBF2-422A-7038-E8138C84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02" y="2950029"/>
            <a:ext cx="5774598" cy="35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0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EDF29-EF08-2973-AA68-C57D7F90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更多說明請參考網站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DC33D3-FC1F-81BF-BB4C-A82A4637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EEHPC </a:t>
            </a:r>
            <a:r>
              <a:rPr lang="zh-TW" altLang="en-US" dirty="0">
                <a:hlinkClick r:id="rId2"/>
              </a:rPr>
              <a:t>使用教學手冊</a:t>
            </a:r>
            <a:r>
              <a:rPr lang="en-US" altLang="zh-TW" dirty="0">
                <a:hlinkClick r:id="rId2"/>
              </a:rPr>
              <a:t>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58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318</Words>
  <Application>Microsoft Office PowerPoint</Application>
  <PresentationFormat>寬螢幕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Microsoft JhengHei</vt:lpstr>
      <vt:lpstr>Aptos</vt:lpstr>
      <vt:lpstr>Aptos Display</vt:lpstr>
      <vt:lpstr>Arial</vt:lpstr>
      <vt:lpstr>Office 佈景主題</vt:lpstr>
      <vt:lpstr>NYCU EEHPC開通帳號</vt:lpstr>
      <vt:lpstr>帳號開通系統 (限NYCU IP 連線)</vt:lpstr>
      <vt:lpstr>帳號開通系統 (限NYCU IP 連線)</vt:lpstr>
      <vt:lpstr>帳號開通系統 (限NYCU IP 連線)</vt:lpstr>
      <vt:lpstr>帳號開通系統 (限NYCU IP 連線)</vt:lpstr>
      <vt:lpstr>更多說明請參考網站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陳旭祺</dc:creator>
  <cp:lastModifiedBy>陳旭祺</cp:lastModifiedBy>
  <cp:revision>28</cp:revision>
  <dcterms:created xsi:type="dcterms:W3CDTF">2025-02-18T18:54:20Z</dcterms:created>
  <dcterms:modified xsi:type="dcterms:W3CDTF">2025-03-04T08:10:27Z</dcterms:modified>
</cp:coreProperties>
</file>