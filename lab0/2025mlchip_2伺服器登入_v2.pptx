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ea28021c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ea28021c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ea28021c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ea28021c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bea28021c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bea28021c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ea28021c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ea28021c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bed2c985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bed2c985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bea28021c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bea28021c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ea28021c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bea28021c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bea28021c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bea28021c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bea28021c5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bea28021c5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ea28021c5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ea28021c5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bea28021c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bea28021c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ea28021c5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bea28021c5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baxterm.mobatek.net/download-home-editio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it.nycu.edu.tw/it/ch/app/artwebsite/view?module=artwebsite&amp;id=2968&amp;serno=f7dbb88f-699c-471c-90a3-b1364b6e2d24" TargetMode="External"/><Relationship Id="rId4" Type="http://schemas.openxmlformats.org/officeDocument/2006/relationships/hyperlink" Target="https://docs.google.com/spreadsheets/d/1oZ7RYoNtxOu-Gm_P3qYprN2iCHz3HXbqBWacxgXIH5s/edit?usp=shari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ylan237.github.io/linux-basic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zq99299.github.io/linux-tutorial/tutorial-basis/11/02.html#grep-%E7%9A%84%E4%B8%80%E4%BA%9B%E8%BF%9B%E9%98%B6%E9%80%89%E9%A1%B9" TargetMode="External"/><Relationship Id="rId5" Type="http://schemas.openxmlformats.org/officeDocument/2006/relationships/hyperlink" Target="https://zq99299.github.io/linux-tutorial/tutorial-basis/10/06.html#grep" TargetMode="External"/><Relationship Id="rId4" Type="http://schemas.openxmlformats.org/officeDocument/2006/relationships/hyperlink" Target="https://www.runoob.com/linux/linux-command-manual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hlaib.com/ed415/tips/quota-excee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hlaib.com/ed415/linux-tutorial" TargetMode="External"/><Relationship Id="rId3" Type="http://schemas.openxmlformats.org/officeDocument/2006/relationships/hyperlink" Target="http://www.lhlaib.com/ed415/tutorial" TargetMode="External"/><Relationship Id="rId7" Type="http://schemas.openxmlformats.org/officeDocument/2006/relationships/hyperlink" Target="http://www.lhlaib.com/ed415/tip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lhlaib.com/ed415/rules" TargetMode="External"/><Relationship Id="rId5" Type="http://schemas.openxmlformats.org/officeDocument/2006/relationships/hyperlink" Target="http://www.lhlaib.com/ed415/tools" TargetMode="External"/><Relationship Id="rId4" Type="http://schemas.openxmlformats.org/officeDocument/2006/relationships/hyperlink" Target="http://www.lhlaib.com/ed415/hardw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800" dirty="0"/>
              <a:t>NYCU EEHPC</a:t>
            </a:r>
            <a:r>
              <a:rPr lang="zh-TW" sz="4800" dirty="0"/>
              <a:t>連線方式</a:t>
            </a:r>
            <a:endParaRPr sz="48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1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</a:rPr>
              <a:t>Author : 陳旭祺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</a:rPr>
              <a:t>Date : 202</a:t>
            </a:r>
            <a:r>
              <a:rPr lang="en-US" altLang="zh-TW" sz="1800" dirty="0">
                <a:solidFill>
                  <a:schemeClr val="dk1"/>
                </a:solidFill>
              </a:rPr>
              <a:t>5</a:t>
            </a:r>
            <a:r>
              <a:rPr lang="zh-TW" sz="1800" dirty="0">
                <a:solidFill>
                  <a:schemeClr val="dk1"/>
                </a:solidFill>
              </a:rPr>
              <a:t>/0</a:t>
            </a:r>
            <a:r>
              <a:rPr lang="en-US" altLang="zh-TW" sz="1800" dirty="0">
                <a:solidFill>
                  <a:schemeClr val="dk1"/>
                </a:solidFill>
              </a:rPr>
              <a:t>3</a:t>
            </a:r>
            <a:r>
              <a:rPr lang="zh-TW" sz="1800" dirty="0">
                <a:solidFill>
                  <a:schemeClr val="dk1"/>
                </a:solidFill>
              </a:rPr>
              <a:t>/</a:t>
            </a:r>
            <a:r>
              <a:rPr lang="en-US" altLang="zh-TW" sz="1800">
                <a:solidFill>
                  <a:schemeClr val="dk1"/>
                </a:solidFill>
              </a:rPr>
              <a:t>04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94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下載MobaXterm以連接工作站 (1/4)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41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1. MobaXterm下載網址 </a:t>
            </a:r>
            <a:r>
              <a:rPr lang="zh-TW" sz="1600" u="sng">
                <a:solidFill>
                  <a:schemeClr val="hlink"/>
                </a:solidFill>
                <a:hlinkClick r:id="rId3"/>
              </a:rPr>
              <a:t>https://mobaxterm.mobatek.net/download-home-edition.html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2. 解壓縮檔案，並雙擊執行檔。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400" y="1402300"/>
            <a:ext cx="6150051" cy="28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下載MobaXterm以連接工作站 (2/4)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1. 建立新的Session。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2. 選擇SSH的遠端連線方式。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698" y="2571750"/>
            <a:ext cx="2069450" cy="147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703" y="2571750"/>
            <a:ext cx="5303347" cy="147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9CA2697-56F6-FDB4-ADCA-4AC8BFE2B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929" y="1367540"/>
            <a:ext cx="4713287" cy="3159579"/>
          </a:xfrm>
          <a:prstGeom prst="rect">
            <a:avLst/>
          </a:prstGeom>
        </p:spPr>
      </p:pic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下載MobaXterm以連接工作站 (3/4)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228200" y="1017725"/>
            <a:ext cx="8520600" cy="41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1. </a:t>
            </a:r>
            <a:r>
              <a:rPr lang="en-US" altLang="zh-TW" sz="1600" dirty="0">
                <a:solidFill>
                  <a:schemeClr val="dk1"/>
                </a:solidFill>
              </a:rPr>
              <a:t>ee{21~30}.si2.iee.nycu.edu.tw</a:t>
            </a:r>
            <a:r>
              <a:rPr lang="zh-TW" sz="1600" dirty="0">
                <a:solidFill>
                  <a:schemeClr val="dk1"/>
                </a:solidFill>
              </a:rPr>
              <a:t>的server皆可使用，可以根據server連線狀況，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決定你要使用哪一台工作站。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2. 根據</a:t>
            </a:r>
            <a:r>
              <a:rPr lang="zh-TW" sz="1600" u="sng" dirty="0">
                <a:solidFill>
                  <a:schemeClr val="accent5"/>
                </a:solidFill>
                <a:hlinkClick r:id="rId4"/>
              </a:rPr>
              <a:t>表單</a:t>
            </a:r>
            <a:r>
              <a:rPr lang="zh-TW" sz="1600" dirty="0">
                <a:solidFill>
                  <a:schemeClr val="dk1"/>
                </a:solidFill>
              </a:rPr>
              <a:t>，找到自己的帳號。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dk1"/>
                </a:solidFill>
              </a:rPr>
              <a:t>{mlchip001</a:t>
            </a:r>
            <a:r>
              <a:rPr lang="zh-TW" altLang="en-US" sz="1600" dirty="0">
                <a:solidFill>
                  <a:schemeClr val="dk1"/>
                </a:solidFill>
              </a:rPr>
              <a:t> </a:t>
            </a:r>
            <a:r>
              <a:rPr lang="en-US" altLang="zh-TW" sz="1600" dirty="0">
                <a:solidFill>
                  <a:schemeClr val="dk1"/>
                </a:solidFill>
              </a:rPr>
              <a:t>–</a:t>
            </a:r>
            <a:r>
              <a:rPr lang="zh-TW" sz="1600" dirty="0">
                <a:solidFill>
                  <a:schemeClr val="dk1"/>
                </a:solidFill>
              </a:rPr>
              <a:t> </a:t>
            </a:r>
            <a:r>
              <a:rPr lang="en-US" altLang="zh-TW" sz="1600" dirty="0">
                <a:solidFill>
                  <a:schemeClr val="dk1"/>
                </a:solidFill>
              </a:rPr>
              <a:t>mlchip150}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3. Port選擇 415。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4. 點擊OK按鈕。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PS : </a:t>
            </a:r>
            <a:r>
              <a:rPr lang="zh-TW" sz="1600" b="1" dirty="0">
                <a:solidFill>
                  <a:srgbClr val="FF0000"/>
                </a:solidFill>
              </a:rPr>
              <a:t>必須使用交大IP連線 </a:t>
            </a:r>
            <a:endParaRPr sz="16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(140.113.xxx.xxx)。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交大學生可連學校VPN，</a:t>
            </a:r>
            <a:r>
              <a:rPr lang="zh-TW" sz="1600" u="sng" dirty="0">
                <a:solidFill>
                  <a:schemeClr val="hlink"/>
                </a:solidFill>
                <a:hlinkClick r:id="rId5"/>
              </a:rPr>
              <a:t>交大VPN教學</a:t>
            </a:r>
            <a:r>
              <a:rPr lang="zh-TW" sz="1600" dirty="0"/>
              <a:t>。</a:t>
            </a:r>
            <a:r>
              <a:rPr lang="en-US" altLang="zh-TW" sz="1600" b="1" dirty="0">
                <a:solidFill>
                  <a:srgbClr val="FF0000"/>
                </a:solidFill>
              </a:rPr>
              <a:t>(</a:t>
            </a:r>
            <a:r>
              <a:rPr lang="zh-TW" altLang="en-US" sz="1600" b="1" dirty="0">
                <a:solidFill>
                  <a:srgbClr val="FF0000"/>
                </a:solidFill>
              </a:rPr>
              <a:t>非交大學生請寫信給助教申請交大</a:t>
            </a:r>
            <a:r>
              <a:rPr lang="en-US" altLang="zh-TW" sz="1600" b="1" dirty="0">
                <a:solidFill>
                  <a:srgbClr val="FF0000"/>
                </a:solidFill>
              </a:rPr>
              <a:t>VPN)</a:t>
            </a:r>
            <a:endParaRPr sz="1600" b="1" dirty="0">
              <a:solidFill>
                <a:srgbClr val="FF0000"/>
              </a:solidFill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98BFEF7-729E-AFA8-7B10-63F2FCC004B4}"/>
              </a:ext>
            </a:extLst>
          </p:cNvPr>
          <p:cNvSpPr/>
          <p:nvPr/>
        </p:nvSpPr>
        <p:spPr>
          <a:xfrm>
            <a:off x="4070349" y="2065564"/>
            <a:ext cx="4678449" cy="44087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47C6A0-053C-26CE-00D2-82A76858523E}"/>
              </a:ext>
            </a:extLst>
          </p:cNvPr>
          <p:cNvSpPr/>
          <p:nvPr/>
        </p:nvSpPr>
        <p:spPr>
          <a:xfrm>
            <a:off x="5602514" y="4125774"/>
            <a:ext cx="700316" cy="390459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90323C-7956-2A43-BF9A-F50CF0E406CC}"/>
              </a:ext>
            </a:extLst>
          </p:cNvPr>
          <p:cNvSpPr txBox="1"/>
          <p:nvPr/>
        </p:nvSpPr>
        <p:spPr>
          <a:xfrm>
            <a:off x="5774578" y="3787520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[4]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34B0310-DBFE-4AC1-8F40-7780F052D283}"/>
              </a:ext>
            </a:extLst>
          </p:cNvPr>
          <p:cNvSpPr txBox="1"/>
          <p:nvPr/>
        </p:nvSpPr>
        <p:spPr>
          <a:xfrm>
            <a:off x="4572000" y="1788565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[3]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975FF68-4D8D-AC71-CB8C-5D522B9437EC}"/>
              </a:ext>
            </a:extLst>
          </p:cNvPr>
          <p:cNvSpPr txBox="1"/>
          <p:nvPr/>
        </p:nvSpPr>
        <p:spPr>
          <a:xfrm>
            <a:off x="4052930" y="2482818"/>
            <a:ext cx="46784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FF0000"/>
                </a:solidFill>
              </a:rPr>
              <a:t>ee{21~30}.si2.iee.nycu.edu.tw                                     {mlchip001 – mlchip150}                  Port 415</a:t>
            </a:r>
            <a:endParaRPr lang="en-US" sz="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下載MobaXterm以連接工作站 (4/4)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495400" y="1318300"/>
            <a:ext cx="8520600" cy="34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預設密碼為 : </a:t>
            </a:r>
            <a:r>
              <a:rPr lang="zh-TW" altLang="en-US" sz="1600" b="1" dirty="0">
                <a:solidFill>
                  <a:schemeClr val="dk1"/>
                </a:solidFill>
              </a:rPr>
              <a:t>開通網站上的密碼</a:t>
            </a:r>
            <a:endParaRPr lang="en-US" altLang="zh-TW" sz="1600" b="1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zh-TW" altLang="en-US" sz="1600" b="1" dirty="0">
                <a:solidFill>
                  <a:schemeClr val="dk1"/>
                </a:solidFill>
              </a:rPr>
              <a:t>輸入密碼時</a:t>
            </a:r>
            <a:r>
              <a:rPr lang="en-US" altLang="zh-TW" sz="1600" b="1" dirty="0">
                <a:solidFill>
                  <a:schemeClr val="dk1"/>
                </a:solidFill>
              </a:rPr>
              <a:t>terminal</a:t>
            </a:r>
            <a:r>
              <a:rPr lang="zh-TW" altLang="en-US" sz="1600" b="1" dirty="0">
                <a:solidFill>
                  <a:schemeClr val="dk1"/>
                </a:solidFill>
              </a:rPr>
              <a:t>上不會顯示</a:t>
            </a:r>
            <a:r>
              <a:rPr lang="en-US" altLang="zh-TW" sz="1600" b="1" dirty="0">
                <a:solidFill>
                  <a:schemeClr val="dk1"/>
                </a:solidFill>
              </a:rPr>
              <a:t>!</a:t>
            </a:r>
            <a:r>
              <a:rPr lang="zh-TW" altLang="en-US" sz="1600" b="1" dirty="0">
                <a:solidFill>
                  <a:schemeClr val="dk1"/>
                </a:solidFill>
              </a:rPr>
              <a:t> 輸入正確後直接按</a:t>
            </a:r>
            <a:r>
              <a:rPr lang="en-US" altLang="zh-TW" sz="1600" b="1" dirty="0">
                <a:solidFill>
                  <a:schemeClr val="dk1"/>
                </a:solidFill>
              </a:rPr>
              <a:t>enter</a:t>
            </a:r>
            <a:r>
              <a:rPr lang="zh-TW" altLang="en-US" sz="1600" b="1" dirty="0">
                <a:solidFill>
                  <a:schemeClr val="dk1"/>
                </a:solidFill>
              </a:rPr>
              <a:t>即可。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第一次登入會強迫更新密碼，請改成自己的密碼。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之後也可以使用passwd指令再次更改密碼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47EA7C1-6387-76E7-AB3A-86A177C4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00" y="2975782"/>
            <a:ext cx="6563641" cy="14289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Mac / Linux用戶ssh連接工作站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417750" y="1114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如果您使用的是 MacOS / Linux ，打開終端應用程式(terminal)輸入命令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ssh </a:t>
            </a:r>
            <a:r>
              <a:rPr lang="en-US" altLang="zh-TW" sz="1600" dirty="0">
                <a:solidFill>
                  <a:schemeClr val="dk1"/>
                </a:solidFill>
              </a:rPr>
              <a:t>-</a:t>
            </a:r>
            <a:r>
              <a:rPr lang="zh-TW" sz="1600" dirty="0">
                <a:solidFill>
                  <a:schemeClr val="dk1"/>
                </a:solidFill>
              </a:rPr>
              <a:t>p 415</a:t>
            </a:r>
            <a:r>
              <a:rPr lang="zh-TW" altLang="en-US" sz="1600" dirty="0">
                <a:solidFill>
                  <a:schemeClr val="dk1"/>
                </a:solidFill>
              </a:rPr>
              <a:t> </a:t>
            </a:r>
            <a:r>
              <a:rPr lang="zh-TW" sz="1600" dirty="0">
                <a:solidFill>
                  <a:schemeClr val="dk1"/>
                </a:solidFill>
              </a:rPr>
              <a:t>[username]@[host]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ssh </a:t>
            </a:r>
            <a:r>
              <a:rPr lang="en-US" altLang="zh-TW" sz="1600" dirty="0">
                <a:solidFill>
                  <a:schemeClr val="dk1"/>
                </a:solidFill>
              </a:rPr>
              <a:t>-</a:t>
            </a:r>
            <a:r>
              <a:rPr lang="zh-TW" sz="1600" dirty="0">
                <a:solidFill>
                  <a:schemeClr val="dk1"/>
                </a:solidFill>
              </a:rPr>
              <a:t>p 415 </a:t>
            </a:r>
            <a:r>
              <a:rPr lang="en-US" altLang="zh-TW" sz="1600" dirty="0" err="1">
                <a:solidFill>
                  <a:schemeClr val="dk1"/>
                </a:solidFill>
              </a:rPr>
              <a:t>mlchip</a:t>
            </a:r>
            <a:r>
              <a:rPr lang="zh-TW" sz="1600" dirty="0">
                <a:solidFill>
                  <a:schemeClr val="dk1"/>
                </a:solidFill>
              </a:rPr>
              <a:t>001@e</a:t>
            </a:r>
            <a:r>
              <a:rPr lang="en-US" altLang="zh-TW" sz="1600" dirty="0">
                <a:solidFill>
                  <a:schemeClr val="dk1"/>
                </a:solidFill>
              </a:rPr>
              <a:t>e</a:t>
            </a:r>
            <a:r>
              <a:rPr lang="zh-TW" sz="1600" dirty="0">
                <a:solidFill>
                  <a:schemeClr val="dk1"/>
                </a:solidFill>
              </a:rPr>
              <a:t>21</a:t>
            </a:r>
            <a:r>
              <a:rPr lang="en-US" altLang="zh-TW" sz="1600" dirty="0">
                <a:solidFill>
                  <a:schemeClr val="dk1"/>
                </a:solidFill>
              </a:rPr>
              <a:t>.si2.iee.nycu.edu.tw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2. 如果這是你第一次連接到伺服器，你會被要求確認身份，輸入 yes。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3. 系統會提示您輸入密碼，預設密碼</a:t>
            </a:r>
            <a:r>
              <a:rPr lang="zh-TW" altLang="en-US" sz="1600" dirty="0">
                <a:solidFill>
                  <a:schemeClr val="dk1"/>
                </a:solidFill>
              </a:rPr>
              <a:t>為</a:t>
            </a:r>
            <a:r>
              <a:rPr lang="zh-TW" altLang="en-US" sz="1600" b="1" dirty="0">
                <a:solidFill>
                  <a:schemeClr val="dk1"/>
                </a:solidFill>
              </a:rPr>
              <a:t>開通網站上的密碼</a:t>
            </a:r>
            <a:r>
              <a:rPr lang="zh-TW" sz="1600" dirty="0">
                <a:solidFill>
                  <a:schemeClr val="dk1"/>
                </a:solidFill>
              </a:rPr>
              <a:t>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4. 輸入 passwd 更改密碼。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Linux基本指令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u="sng">
                <a:solidFill>
                  <a:schemeClr val="hlink"/>
                </a:solidFill>
                <a:hlinkClick r:id="rId3"/>
              </a:rPr>
              <a:t>Linux 基本認識與常用指令整理</a:t>
            </a:r>
            <a:r>
              <a:rPr lang="zh-TW" sz="1600"/>
              <a:t>、</a:t>
            </a:r>
            <a:r>
              <a:rPr lang="zh-TW" sz="1600" u="sng">
                <a:solidFill>
                  <a:schemeClr val="hlink"/>
                </a:solidFill>
                <a:hlinkClick r:id="rId4"/>
              </a:rPr>
              <a:t>Linux 命令大全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資料夾與檔案處理 - 建資料夾mkdir、建立檔案touch、刪除檔案rm、列出內容ls、切換目錄cd、列出當前目錄 pwd、複製cp、移動或重新命名mv、尋找檔案find、比較文件diff。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文本處理 - 印出內容cat、印出一行字echo、關鍵字搜尋檔案grep、計算檔案的位元組數wc、sort檔案內容排序。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系統管理 - 檔案權限更改chmod、更改密碼passwd。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其他 - 查詢指令man、列出歷史指令history、中斷Ctrl + C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進階操作 - </a:t>
            </a:r>
            <a:r>
              <a:rPr lang="zh-TW" sz="1600" u="sng">
                <a:solidFill>
                  <a:schemeClr val="hlink"/>
                </a:solidFill>
                <a:hlinkClick r:id="rId5"/>
              </a:rPr>
              <a:t>管线命令（pipe）</a:t>
            </a:r>
            <a:r>
              <a:rPr lang="zh-TW" sz="1600"/>
              <a:t>、</a:t>
            </a:r>
            <a:r>
              <a:rPr lang="zh-TW" sz="1600" u="sng">
                <a:solidFill>
                  <a:schemeClr val="hlink"/>
                </a:solidFill>
                <a:hlinkClick r:id="rId6"/>
              </a:rPr>
              <a:t>grep 的一些进阶选项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文字編輯器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選擇自己喜歡的，推薦VSCode，套件很多，整合CLI。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00" y="1723725"/>
            <a:ext cx="5476224" cy="265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1552" y="153575"/>
            <a:ext cx="2810750" cy="42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常見VSCode套件(選擇自己喜歡的)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680375" y="2221950"/>
            <a:ext cx="29175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Highlight HDL/Verilog關鍵字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82"/>
            <a:ext cx="3654825" cy="82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075" y="1205175"/>
            <a:ext cx="2917387" cy="8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4856325" y="2221950"/>
            <a:ext cx="29175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Highlight C/C++關鍵字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13" y="2950894"/>
            <a:ext cx="3654825" cy="8515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539147" y="3978250"/>
            <a:ext cx="36549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直接透過VSCode ssh到server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3311" y="2950898"/>
            <a:ext cx="2812911" cy="8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5257625" y="3978250"/>
            <a:ext cx="29175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AI自動生成程式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505250" y="279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MobaXterm選擇預設編輯器 (1/2)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6323350" y="4364975"/>
            <a:ext cx="244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credit to Lin Hung Lai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50" y="948575"/>
            <a:ext cx="545966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505250" y="279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MobaXterm選擇預設編輯器 (2/2)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6433975" y="4124125"/>
            <a:ext cx="244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credit to Lin Hung Lai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62400"/>
            <a:ext cx="6018551" cy="3870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查看與清理儲存空間</a:t>
            </a:r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每位學生帳號限制</a:t>
            </a:r>
            <a:r>
              <a:rPr lang="zh-TW">
                <a:solidFill>
                  <a:srgbClr val="FF0000"/>
                </a:solidFill>
              </a:rPr>
              <a:t>30GB</a:t>
            </a:r>
            <a:r>
              <a:rPr lang="zh-TW">
                <a:solidFill>
                  <a:schemeClr val="dk1"/>
                </a:solidFill>
              </a:rPr>
              <a:t>儲存空間，倘若超過使用限制，系統將會使帳號進入</a:t>
            </a:r>
            <a:r>
              <a:rPr lang="zh-TW">
                <a:solidFill>
                  <a:srgbClr val="FF0000"/>
                </a:solidFill>
              </a:rPr>
              <a:t>鎖定(Read-only)狀態</a:t>
            </a:r>
            <a:r>
              <a:rPr lang="zh-TW">
                <a:solidFill>
                  <a:schemeClr val="dk1"/>
                </a:solidFill>
              </a:rPr>
              <a:t>，需要寄信給伺服器管理員恢復權限，超過兩次將會被</a:t>
            </a:r>
            <a:r>
              <a:rPr lang="zh-TW">
                <a:solidFill>
                  <a:srgbClr val="FF0000"/>
                </a:solidFill>
              </a:rPr>
              <a:t>停權兩周。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透過 quota us 指令，查看個人帳號使用量 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透過 quota gs 指令，查看群組空間使用量 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透過 du sh ./* | sort rh | head 10 指令，找出當前資料夾內最大的 10 個檔案。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如何避免Quota Exceed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更多說明請參考網站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1. 連線 方法 SSH / XRDP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3"/>
              </a:rPr>
              <a:t>www.lhlaib.com/ed415/tutorial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2. 硬體規格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4"/>
              </a:rPr>
              <a:t>www.lhlaib.com/ed415/hardware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3. 軟體清單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5"/>
              </a:rPr>
              <a:t>www.lhlaib.com/ed415/tools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4. 使用規範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6"/>
              </a:rPr>
              <a:t>www.lhlaib.com/ed415/rules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5. 實用技巧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7"/>
              </a:rPr>
              <a:t>www.lhlaib.com/ed415/tips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6. Linux 常用指令總整理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8"/>
              </a:rPr>
              <a:t>https://www.lhlaib.com/ed415/linux-tutorial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1064</Words>
  <Application>Microsoft Office PowerPoint</Application>
  <PresentationFormat>如螢幕大小 (16:9)</PresentationFormat>
  <Paragraphs>75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NYCU EEHPC連線方式</vt:lpstr>
      <vt:lpstr>下載MobaXterm以連接工作站 (1/4)</vt:lpstr>
      <vt:lpstr>下載MobaXterm以連接工作站 (2/4)</vt:lpstr>
      <vt:lpstr>下載MobaXterm以連接工作站 (3/4)</vt:lpstr>
      <vt:lpstr>下載MobaXterm以連接工作站 (4/4)</vt:lpstr>
      <vt:lpstr>Mac / Linux用戶ssh連接工作站</vt:lpstr>
      <vt:lpstr>Linux基本指令</vt:lpstr>
      <vt:lpstr>文字編輯器</vt:lpstr>
      <vt:lpstr>常見VSCode套件(選擇自己喜歡的)</vt:lpstr>
      <vt:lpstr>MobaXterm選擇預設編輯器 (1/2)</vt:lpstr>
      <vt:lpstr>MobaXterm選擇預設編輯器 (2/2)</vt:lpstr>
      <vt:lpstr>查看與清理儲存空間</vt:lpstr>
      <vt:lpstr>更多說明請參考網站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陳旭祺</cp:lastModifiedBy>
  <cp:revision>20</cp:revision>
  <dcterms:modified xsi:type="dcterms:W3CDTF">2025-03-04T08:12:53Z</dcterms:modified>
</cp:coreProperties>
</file>